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2" r:id="rId1"/>
  </p:sldMasterIdLst>
  <p:sldIdLst>
    <p:sldId id="257" r:id="rId2"/>
    <p:sldId id="260" r:id="rId3"/>
    <p:sldId id="278" r:id="rId4"/>
    <p:sldId id="279" r:id="rId5"/>
  </p:sldIdLst>
  <p:sldSz cx="16216313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n="100" d="100"/>
          <a:sy n="100" d="100"/>
        </p:scale>
        <p:origin x="184" y="5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027039" y="1122363"/>
            <a:ext cx="12162235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027039" y="3602038"/>
            <a:ext cx="12162235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3DCB1C-7482-A248-B459-A59749D0D03F}" type="datetimeFigureOut">
              <a:rPr lang="en-US" smtClean="0"/>
              <a:t>3/14/25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BC6ED6-CE86-0140-8FAD-366C8D7364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18061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3DCB1C-7482-A248-B459-A59749D0D03F}" type="datetimeFigureOut">
              <a:rPr lang="en-US" smtClean="0"/>
              <a:t>3/14/25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BC6ED6-CE86-0140-8FAD-366C8D7364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90271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06426" y="1709738"/>
            <a:ext cx="1398657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6426" y="4589464"/>
            <a:ext cx="1398657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3DCB1C-7482-A248-B459-A59749D0D03F}" type="datetimeFigureOut">
              <a:rPr lang="en-US" smtClean="0"/>
              <a:t>3/14/25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BC6ED6-CE86-0140-8FAD-366C8D7364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14401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14872" y="1825625"/>
            <a:ext cx="6891933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209508" y="1825625"/>
            <a:ext cx="6891933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3DCB1C-7482-A248-B459-A59749D0D03F}" type="datetimeFigureOut">
              <a:rPr lang="en-US" smtClean="0"/>
              <a:t>3/14/25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BC6ED6-CE86-0140-8FAD-366C8D7364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83783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16984" y="365126"/>
            <a:ext cx="1398657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16984" y="1681163"/>
            <a:ext cx="686026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16984" y="2505075"/>
            <a:ext cx="686026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8209509" y="1681163"/>
            <a:ext cx="689404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8209509" y="2505075"/>
            <a:ext cx="6894045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3DCB1C-7482-A248-B459-A59749D0D03F}" type="datetimeFigureOut">
              <a:rPr lang="en-US" smtClean="0"/>
              <a:t>3/14/25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BC6ED6-CE86-0140-8FAD-366C8D7364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01152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3DCB1C-7482-A248-B459-A59749D0D03F}" type="datetimeFigureOut">
              <a:rPr lang="en-US" smtClean="0"/>
              <a:t>3/14/25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BC6ED6-CE86-0140-8FAD-366C8D7364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21033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3DCB1C-7482-A248-B459-A59749D0D03F}" type="datetimeFigureOut">
              <a:rPr lang="en-US" smtClean="0"/>
              <a:t>3/14/25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BC6ED6-CE86-0140-8FAD-366C8D7364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33837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16984" y="457200"/>
            <a:ext cx="523018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94045" y="987426"/>
            <a:ext cx="8209508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6984" y="2057400"/>
            <a:ext cx="523018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3DCB1C-7482-A248-B459-A59749D0D03F}" type="datetimeFigureOut">
              <a:rPr lang="en-US" smtClean="0"/>
              <a:t>3/14/25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BC6ED6-CE86-0140-8FAD-366C8D7364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92625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16984" y="457200"/>
            <a:ext cx="523018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894045" y="987426"/>
            <a:ext cx="8209508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6984" y="2057400"/>
            <a:ext cx="523018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3DCB1C-7482-A248-B459-A59749D0D03F}" type="datetimeFigureOut">
              <a:rPr lang="en-US" smtClean="0"/>
              <a:t>3/14/25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BC6ED6-CE86-0140-8FAD-366C8D7364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48166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3DCB1C-7482-A248-B459-A59749D0D03F}" type="datetimeFigureOut">
              <a:rPr lang="en-US" smtClean="0"/>
              <a:t>3/14/25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BC6ED6-CE86-0140-8FAD-366C8D7364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967973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1604799" y="365125"/>
            <a:ext cx="3496642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14871" y="365125"/>
            <a:ext cx="10287224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3DCB1C-7482-A248-B459-A59749D0D03F}" type="datetimeFigureOut">
              <a:rPr lang="en-US" smtClean="0"/>
              <a:t>3/14/25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BC6ED6-CE86-0140-8FAD-366C8D7364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5241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14872" y="365126"/>
            <a:ext cx="1398657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14872" y="1825625"/>
            <a:ext cx="1398657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114872" y="6356351"/>
            <a:ext cx="364867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83DCB1C-7482-A248-B459-A59749D0D03F}" type="datetimeFigureOut">
              <a:rPr lang="en-US" smtClean="0"/>
              <a:t>3/14/25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371654" y="6356351"/>
            <a:ext cx="547300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452771" y="6356351"/>
            <a:ext cx="364867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0BC6ED6-CE86-0140-8FAD-366C8D7364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05839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A graph with a line&#10;&#10;AI-generated content may be incorrect.">
            <a:extLst>
              <a:ext uri="{FF2B5EF4-FFF2-40B4-BE49-F238E27FC236}">
                <a16:creationId xmlns:a16="http://schemas.microsoft.com/office/drawing/2014/main" id="{F83270CB-4656-CC82-F785-293ECDCB440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3108"/>
          <a:stretch/>
        </p:blipFill>
        <p:spPr>
          <a:xfrm>
            <a:off x="164306" y="1790700"/>
            <a:ext cx="5144294" cy="3276600"/>
          </a:xfrm>
          <a:prstGeom prst="rect">
            <a:avLst/>
          </a:prstGeom>
        </p:spPr>
      </p:pic>
      <p:pic>
        <p:nvPicPr>
          <p:cNvPr id="14" name="Picture 13" descr="A graph with a line&#10;&#10;AI-generated content may be incorrect.">
            <a:extLst>
              <a:ext uri="{FF2B5EF4-FFF2-40B4-BE49-F238E27FC236}">
                <a16:creationId xmlns:a16="http://schemas.microsoft.com/office/drawing/2014/main" id="{D8DEB048-8C89-3E41-ADE8-8A967412172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3108"/>
          <a:stretch/>
        </p:blipFill>
        <p:spPr>
          <a:xfrm>
            <a:off x="5536009" y="1790700"/>
            <a:ext cx="5144294" cy="3276600"/>
          </a:xfrm>
          <a:prstGeom prst="rect">
            <a:avLst/>
          </a:prstGeom>
        </p:spPr>
      </p:pic>
      <p:pic>
        <p:nvPicPr>
          <p:cNvPr id="16" name="Picture 15" descr="A graph with a line&#10;&#10;AI-generated content may be incorrect.">
            <a:extLst>
              <a:ext uri="{FF2B5EF4-FFF2-40B4-BE49-F238E27FC236}">
                <a16:creationId xmlns:a16="http://schemas.microsoft.com/office/drawing/2014/main" id="{6671708C-3DBB-1378-E27D-0B43D08A3C2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3108"/>
          <a:stretch/>
        </p:blipFill>
        <p:spPr>
          <a:xfrm>
            <a:off x="10907712" y="1790700"/>
            <a:ext cx="5144294" cy="32766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963414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blue dotted line with a red line&#10;&#10;AI-generated content may be incorrect.">
            <a:extLst>
              <a:ext uri="{FF2B5EF4-FFF2-40B4-BE49-F238E27FC236}">
                <a16:creationId xmlns:a16="http://schemas.microsoft.com/office/drawing/2014/main" id="{922208D8-A099-7DC4-1A57-D73E4A6F9ED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3867"/>
          <a:stretch/>
        </p:blipFill>
        <p:spPr>
          <a:xfrm>
            <a:off x="10566400" y="1537374"/>
            <a:ext cx="5168900" cy="3318270"/>
          </a:xfrm>
          <a:prstGeom prst="rect">
            <a:avLst/>
          </a:prstGeom>
        </p:spPr>
      </p:pic>
      <p:pic>
        <p:nvPicPr>
          <p:cNvPr id="10" name="Picture 9" descr="A blue dotted line with a red line&#10;&#10;AI-generated content may be incorrect.">
            <a:extLst>
              <a:ext uri="{FF2B5EF4-FFF2-40B4-BE49-F238E27FC236}">
                <a16:creationId xmlns:a16="http://schemas.microsoft.com/office/drawing/2014/main" id="{C2EDE137-7AD5-5735-4302-372ED2921E9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4009"/>
          <a:stretch/>
        </p:blipFill>
        <p:spPr>
          <a:xfrm>
            <a:off x="5397500" y="1532453"/>
            <a:ext cx="5168900" cy="3323191"/>
          </a:xfrm>
          <a:prstGeom prst="rect">
            <a:avLst/>
          </a:prstGeom>
        </p:spPr>
      </p:pic>
      <p:pic>
        <p:nvPicPr>
          <p:cNvPr id="12" name="Picture 11" descr="A blue dotted line with a red line&#10;&#10;AI-generated content may be incorrect.">
            <a:extLst>
              <a:ext uri="{FF2B5EF4-FFF2-40B4-BE49-F238E27FC236}">
                <a16:creationId xmlns:a16="http://schemas.microsoft.com/office/drawing/2014/main" id="{A214BF42-C31A-30C4-4797-19FBC246FA0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4009"/>
          <a:stretch/>
        </p:blipFill>
        <p:spPr>
          <a:xfrm>
            <a:off x="228600" y="1532453"/>
            <a:ext cx="5168900" cy="33231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78542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584121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8504870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118</TotalTime>
  <Words>0</Words>
  <Application>Microsoft Macintosh PowerPoint</Application>
  <PresentationFormat>Custom</PresentationFormat>
  <Paragraphs>0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Sara Chaker</dc:creator>
  <cp:lastModifiedBy>Sara Chaker</cp:lastModifiedBy>
  <cp:revision>4</cp:revision>
  <dcterms:created xsi:type="dcterms:W3CDTF">2025-03-13T03:06:58Z</dcterms:created>
  <dcterms:modified xsi:type="dcterms:W3CDTF">2025-03-14T18:08:31Z</dcterms:modified>
</cp:coreProperties>
</file>