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7" r:id="rId2"/>
    <p:sldId id="260" r:id="rId3"/>
    <p:sldId id="278" r:id="rId4"/>
    <p:sldId id="279" r:id="rId5"/>
  </p:sldIdLst>
  <p:sldSz cx="1621631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0" d="100"/>
          <a:sy n="100" d="100"/>
        </p:scale>
        <p:origin x="18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7039" y="1122363"/>
            <a:ext cx="12162235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7039" y="3602038"/>
            <a:ext cx="12162235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DCB1C-7482-A248-B459-A59749D0D03F}" type="datetimeFigureOut">
              <a:rPr lang="en-US" smtClean="0"/>
              <a:t>3/14/25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6ED6-CE86-0140-8FAD-366C8D736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806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DCB1C-7482-A248-B459-A59749D0D03F}" type="datetimeFigureOut">
              <a:rPr lang="en-US" smtClean="0"/>
              <a:t>3/14/25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6ED6-CE86-0140-8FAD-366C8D736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027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6" y="1709738"/>
            <a:ext cx="1398657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6426" y="4589464"/>
            <a:ext cx="1398657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DCB1C-7482-A248-B459-A59749D0D03F}" type="datetimeFigureOut">
              <a:rPr lang="en-US" smtClean="0"/>
              <a:t>3/14/25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6ED6-CE86-0140-8FAD-366C8D736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4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4872" y="1825625"/>
            <a:ext cx="689193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09508" y="1825625"/>
            <a:ext cx="689193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DCB1C-7482-A248-B459-A59749D0D03F}" type="datetimeFigureOut">
              <a:rPr lang="en-US" smtClean="0"/>
              <a:t>3/14/25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6ED6-CE86-0140-8FAD-366C8D736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378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6984" y="365126"/>
            <a:ext cx="1398657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984" y="1681163"/>
            <a:ext cx="686026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6984" y="2505075"/>
            <a:ext cx="686026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09509" y="1681163"/>
            <a:ext cx="689404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09509" y="2505075"/>
            <a:ext cx="689404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DCB1C-7482-A248-B459-A59749D0D03F}" type="datetimeFigureOut">
              <a:rPr lang="en-US" smtClean="0"/>
              <a:t>3/14/25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6ED6-CE86-0140-8FAD-366C8D736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115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DCB1C-7482-A248-B459-A59749D0D03F}" type="datetimeFigureOut">
              <a:rPr lang="en-US" smtClean="0"/>
              <a:t>3/14/25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6ED6-CE86-0140-8FAD-366C8D736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103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DCB1C-7482-A248-B459-A59749D0D03F}" type="datetimeFigureOut">
              <a:rPr lang="en-US" smtClean="0"/>
              <a:t>3/14/25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6ED6-CE86-0140-8FAD-366C8D736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38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6984" y="457200"/>
            <a:ext cx="523018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94045" y="987426"/>
            <a:ext cx="820950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6984" y="2057400"/>
            <a:ext cx="523018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DCB1C-7482-A248-B459-A59749D0D03F}" type="datetimeFigureOut">
              <a:rPr lang="en-US" smtClean="0"/>
              <a:t>3/14/25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6ED6-CE86-0140-8FAD-366C8D736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262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6984" y="457200"/>
            <a:ext cx="523018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94045" y="987426"/>
            <a:ext cx="8209508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6984" y="2057400"/>
            <a:ext cx="523018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DCB1C-7482-A248-B459-A59749D0D03F}" type="datetimeFigureOut">
              <a:rPr lang="en-US" smtClean="0"/>
              <a:t>3/14/25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6ED6-CE86-0140-8FAD-366C8D736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816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DCB1C-7482-A248-B459-A59749D0D03F}" type="datetimeFigureOut">
              <a:rPr lang="en-US" smtClean="0"/>
              <a:t>3/14/25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6ED6-CE86-0140-8FAD-366C8D736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679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04799" y="365125"/>
            <a:ext cx="3496642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4871" y="365125"/>
            <a:ext cx="10287224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DCB1C-7482-A248-B459-A59749D0D03F}" type="datetimeFigureOut">
              <a:rPr lang="en-US" smtClean="0"/>
              <a:t>3/14/25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6ED6-CE86-0140-8FAD-366C8D736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24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4872" y="365126"/>
            <a:ext cx="1398657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4872" y="1825625"/>
            <a:ext cx="1398657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4872" y="6356351"/>
            <a:ext cx="36486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3DCB1C-7482-A248-B459-A59749D0D03F}" type="datetimeFigureOut">
              <a:rPr lang="en-US" smtClean="0"/>
              <a:t>3/14/25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1654" y="6356351"/>
            <a:ext cx="54730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52771" y="6356351"/>
            <a:ext cx="36486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BC6ED6-CE86-0140-8FAD-366C8D736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83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D8B042E6-7E3D-20FB-9ABC-ADB3211B7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016" y="1873824"/>
            <a:ext cx="5590381" cy="3450064"/>
          </a:xfrm>
          <a:prstGeom prst="rect">
            <a:avLst/>
          </a:prstGeom>
        </p:spPr>
      </p:pic>
      <p:pic>
        <p:nvPicPr>
          <p:cNvPr id="6" name="Picture 5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A8E0A1FF-86F1-9A32-EEC0-6A837A27C8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999"/>
          <a:stretch/>
        </p:blipFill>
        <p:spPr>
          <a:xfrm>
            <a:off x="5181601" y="1936281"/>
            <a:ext cx="5226415" cy="3325150"/>
          </a:xfrm>
          <a:prstGeom prst="rect">
            <a:avLst/>
          </a:prstGeom>
        </p:spPr>
      </p:pic>
      <p:pic>
        <p:nvPicPr>
          <p:cNvPr id="8" name="Picture 7" descr="A graph of a number of lines&#10;&#10;AI-generated content may be incorrect.">
            <a:extLst>
              <a:ext uri="{FF2B5EF4-FFF2-40B4-BE49-F238E27FC236}">
                <a16:creationId xmlns:a16="http://schemas.microsoft.com/office/drawing/2014/main" id="{702382B6-46CA-0B94-3BBA-FC37CED5439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098"/>
          <a:stretch/>
        </p:blipFill>
        <p:spPr>
          <a:xfrm>
            <a:off x="227809" y="2021384"/>
            <a:ext cx="4953792" cy="3154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634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dotted line with a red line&#10;&#10;AI-generated content may be incorrect.">
            <a:extLst>
              <a:ext uri="{FF2B5EF4-FFF2-40B4-BE49-F238E27FC236}">
                <a16:creationId xmlns:a16="http://schemas.microsoft.com/office/drawing/2014/main" id="{922208D8-A099-7DC4-1A57-D73E4A6F9E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867"/>
          <a:stretch/>
        </p:blipFill>
        <p:spPr>
          <a:xfrm>
            <a:off x="10566400" y="1537374"/>
            <a:ext cx="5168900" cy="3318270"/>
          </a:xfrm>
          <a:prstGeom prst="rect">
            <a:avLst/>
          </a:prstGeom>
        </p:spPr>
      </p:pic>
      <p:pic>
        <p:nvPicPr>
          <p:cNvPr id="10" name="Picture 9" descr="A blue dotted line with a red line&#10;&#10;AI-generated content may be incorrect.">
            <a:extLst>
              <a:ext uri="{FF2B5EF4-FFF2-40B4-BE49-F238E27FC236}">
                <a16:creationId xmlns:a16="http://schemas.microsoft.com/office/drawing/2014/main" id="{C2EDE137-7AD5-5735-4302-372ED2921E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009"/>
          <a:stretch/>
        </p:blipFill>
        <p:spPr>
          <a:xfrm>
            <a:off x="5397500" y="1532453"/>
            <a:ext cx="5168900" cy="3323191"/>
          </a:xfrm>
          <a:prstGeom prst="rect">
            <a:avLst/>
          </a:prstGeom>
        </p:spPr>
      </p:pic>
      <p:pic>
        <p:nvPicPr>
          <p:cNvPr id="12" name="Picture 11" descr="A blue dotted line with a red line&#10;&#10;AI-generated content may be incorrect.">
            <a:extLst>
              <a:ext uri="{FF2B5EF4-FFF2-40B4-BE49-F238E27FC236}">
                <a16:creationId xmlns:a16="http://schemas.microsoft.com/office/drawing/2014/main" id="{A214BF42-C31A-30C4-4797-19FBC246FA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009"/>
          <a:stretch/>
        </p:blipFill>
        <p:spPr>
          <a:xfrm>
            <a:off x="228600" y="1532453"/>
            <a:ext cx="5168900" cy="332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854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8412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5048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</TotalTime>
  <Words>0</Words>
  <Application>Microsoft Macintosh PowerPoint</Application>
  <PresentationFormat>Custom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 Chaker</dc:creator>
  <cp:lastModifiedBy>Sara Chaker</cp:lastModifiedBy>
  <cp:revision>3</cp:revision>
  <dcterms:created xsi:type="dcterms:W3CDTF">2025-03-13T03:06:58Z</dcterms:created>
  <dcterms:modified xsi:type="dcterms:W3CDTF">2025-03-14T17:40:32Z</dcterms:modified>
</cp:coreProperties>
</file>