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81" r:id="rId3"/>
    <p:sldId id="260" r:id="rId4"/>
    <p:sldId id="278" r:id="rId5"/>
    <p:sldId id="279" r:id="rId6"/>
    <p:sldId id="280" r:id="rId7"/>
  </p:sldIdLst>
  <p:sldSz cx="162163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18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7039" y="1122363"/>
            <a:ext cx="12162235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7039" y="3602038"/>
            <a:ext cx="1216223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0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27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6" y="1709738"/>
            <a:ext cx="1398657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426" y="4589464"/>
            <a:ext cx="1398657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4872" y="1825625"/>
            <a:ext cx="689193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9508" y="1825625"/>
            <a:ext cx="689193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7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984" y="365126"/>
            <a:ext cx="1398657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984" y="1681163"/>
            <a:ext cx="68602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6984" y="2505075"/>
            <a:ext cx="686026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9509" y="1681163"/>
            <a:ext cx="689404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9509" y="2505075"/>
            <a:ext cx="689404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15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03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8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984" y="457200"/>
            <a:ext cx="523018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4045" y="987426"/>
            <a:ext cx="82095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6984" y="2057400"/>
            <a:ext cx="523018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6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984" y="457200"/>
            <a:ext cx="523018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94045" y="987426"/>
            <a:ext cx="82095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6984" y="2057400"/>
            <a:ext cx="523018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16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7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04799" y="365125"/>
            <a:ext cx="349664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4871" y="365125"/>
            <a:ext cx="1028722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2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4872" y="365126"/>
            <a:ext cx="139865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4872" y="1825625"/>
            <a:ext cx="139865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4872" y="6356351"/>
            <a:ext cx="36486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3DCB1C-7482-A248-B459-A59749D0D03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1654" y="6356351"/>
            <a:ext cx="54730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52771" y="6356351"/>
            <a:ext cx="36486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C6ED6-CE86-0140-8FAD-366C8D736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aph with a line&#10;&#10;AI-generated content may be incorrect.">
            <a:extLst>
              <a:ext uri="{FF2B5EF4-FFF2-40B4-BE49-F238E27FC236}">
                <a16:creationId xmlns:a16="http://schemas.microsoft.com/office/drawing/2014/main" id="{F83270CB-4656-CC82-F785-293ECDCB44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08"/>
          <a:stretch/>
        </p:blipFill>
        <p:spPr>
          <a:xfrm>
            <a:off x="164306" y="1790700"/>
            <a:ext cx="5144294" cy="3276600"/>
          </a:xfrm>
          <a:prstGeom prst="rect">
            <a:avLst/>
          </a:prstGeom>
        </p:spPr>
      </p:pic>
      <p:pic>
        <p:nvPicPr>
          <p:cNvPr id="14" name="Picture 13" descr="A graph with a line&#10;&#10;AI-generated content may be incorrect.">
            <a:extLst>
              <a:ext uri="{FF2B5EF4-FFF2-40B4-BE49-F238E27FC236}">
                <a16:creationId xmlns:a16="http://schemas.microsoft.com/office/drawing/2014/main" id="{D8DEB048-8C89-3E41-ADE8-8A9674121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08"/>
          <a:stretch/>
        </p:blipFill>
        <p:spPr>
          <a:xfrm>
            <a:off x="5536009" y="1790700"/>
            <a:ext cx="5144294" cy="3276600"/>
          </a:xfrm>
          <a:prstGeom prst="rect">
            <a:avLst/>
          </a:prstGeom>
        </p:spPr>
      </p:pic>
      <p:pic>
        <p:nvPicPr>
          <p:cNvPr id="16" name="Picture 15" descr="A graph with a line&#10;&#10;AI-generated content may be incorrect.">
            <a:extLst>
              <a:ext uri="{FF2B5EF4-FFF2-40B4-BE49-F238E27FC236}">
                <a16:creationId xmlns:a16="http://schemas.microsoft.com/office/drawing/2014/main" id="{6671708C-3DBB-1378-E27D-0B43D08A3C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08"/>
          <a:stretch/>
        </p:blipFill>
        <p:spPr>
          <a:xfrm>
            <a:off x="10907712" y="1790700"/>
            <a:ext cx="5144294" cy="32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3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number of changes in the forecast&#10;&#10;AI-generated content may be incorrect.">
            <a:extLst>
              <a:ext uri="{FF2B5EF4-FFF2-40B4-BE49-F238E27FC236}">
                <a16:creationId xmlns:a16="http://schemas.microsoft.com/office/drawing/2014/main" id="{E4FD16C9-AEFA-E673-6C3F-75C222BC8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956" y="1130300"/>
            <a:ext cx="7772400" cy="47997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81F260-0578-F75F-3984-3263197648B2}"/>
              </a:ext>
            </a:extLst>
          </p:cNvPr>
          <p:cNvSpPr txBox="1"/>
          <p:nvPr/>
        </p:nvSpPr>
        <p:spPr>
          <a:xfrm rot="16200000">
            <a:off x="4007544" y="3259724"/>
            <a:ext cx="736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AQI</a:t>
            </a:r>
          </a:p>
        </p:txBody>
      </p:sp>
    </p:spTree>
    <p:extLst>
      <p:ext uri="{BB962C8B-B14F-4D97-AF65-F5344CB8AC3E}">
        <p14:creationId xmlns:p14="http://schemas.microsoft.com/office/powerpoint/2010/main" val="150984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dotted line with a red line&#10;&#10;AI-generated content may be incorrect.">
            <a:extLst>
              <a:ext uri="{FF2B5EF4-FFF2-40B4-BE49-F238E27FC236}">
                <a16:creationId xmlns:a16="http://schemas.microsoft.com/office/drawing/2014/main" id="{922208D8-A099-7DC4-1A57-D73E4A6F9E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67"/>
          <a:stretch/>
        </p:blipFill>
        <p:spPr>
          <a:xfrm>
            <a:off x="10566400" y="1537374"/>
            <a:ext cx="5168900" cy="3318270"/>
          </a:xfrm>
          <a:prstGeom prst="rect">
            <a:avLst/>
          </a:prstGeom>
        </p:spPr>
      </p:pic>
      <p:pic>
        <p:nvPicPr>
          <p:cNvPr id="10" name="Picture 9" descr="A blue dotted line with a red line&#10;&#10;AI-generated content may be incorrect.">
            <a:extLst>
              <a:ext uri="{FF2B5EF4-FFF2-40B4-BE49-F238E27FC236}">
                <a16:creationId xmlns:a16="http://schemas.microsoft.com/office/drawing/2014/main" id="{C2EDE137-7AD5-5735-4302-372ED2921E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09"/>
          <a:stretch/>
        </p:blipFill>
        <p:spPr>
          <a:xfrm>
            <a:off x="5397500" y="1532453"/>
            <a:ext cx="5168900" cy="3323191"/>
          </a:xfrm>
          <a:prstGeom prst="rect">
            <a:avLst/>
          </a:prstGeom>
        </p:spPr>
      </p:pic>
      <p:pic>
        <p:nvPicPr>
          <p:cNvPr id="12" name="Picture 11" descr="A blue dotted line with a red line&#10;&#10;AI-generated content may be incorrect.">
            <a:extLst>
              <a:ext uri="{FF2B5EF4-FFF2-40B4-BE49-F238E27FC236}">
                <a16:creationId xmlns:a16="http://schemas.microsoft.com/office/drawing/2014/main" id="{A214BF42-C31A-30C4-4797-19FBC246FA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009"/>
          <a:stretch/>
        </p:blipFill>
        <p:spPr>
          <a:xfrm>
            <a:off x="228600" y="1532453"/>
            <a:ext cx="5168900" cy="332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54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showing the growth of a number of people&#10;&#10;AI-generated content may be incorrect.">
            <a:extLst>
              <a:ext uri="{FF2B5EF4-FFF2-40B4-BE49-F238E27FC236}">
                <a16:creationId xmlns:a16="http://schemas.microsoft.com/office/drawing/2014/main" id="{3A3E5FB4-CC83-0A92-2376-50297C020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06" y="1916075"/>
            <a:ext cx="5372894" cy="3315844"/>
          </a:xfrm>
          <a:prstGeom prst="rect">
            <a:avLst/>
          </a:prstGeom>
        </p:spPr>
      </p:pic>
      <p:pic>
        <p:nvPicPr>
          <p:cNvPr id="5" name="Picture 4" descr="A graph of a graph showing the growth of a number of people&#10;&#10;AI-generated content may be incorrect.">
            <a:extLst>
              <a:ext uri="{FF2B5EF4-FFF2-40B4-BE49-F238E27FC236}">
                <a16:creationId xmlns:a16="http://schemas.microsoft.com/office/drawing/2014/main" id="{B9D2FA3A-A505-82B9-619D-A5A998A13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3419" y="1916075"/>
            <a:ext cx="5372894" cy="3315844"/>
          </a:xfrm>
          <a:prstGeom prst="rect">
            <a:avLst/>
          </a:prstGeom>
        </p:spPr>
      </p:pic>
      <p:pic>
        <p:nvPicPr>
          <p:cNvPr id="7" name="Picture 6" descr="A graph of a graph showing the number of the same graph&#10;&#10;AI-generated content may be incorrect.">
            <a:extLst>
              <a:ext uri="{FF2B5EF4-FFF2-40B4-BE49-F238E27FC236}">
                <a16:creationId xmlns:a16="http://schemas.microsoft.com/office/drawing/2014/main" id="{37B55D83-D13C-1636-EAB5-867428C5B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900" y="1916075"/>
            <a:ext cx="5372894" cy="331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41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0092FEFF-B3FA-9D18-E4CB-978FCC691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116" y="1928776"/>
            <a:ext cx="5188464" cy="3202024"/>
          </a:xfrm>
          <a:prstGeom prst="rect">
            <a:avLst/>
          </a:prstGeom>
        </p:spPr>
      </p:pic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B3B4175F-1F2A-E555-6D05-3C60DA8ED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9580" y="1928776"/>
            <a:ext cx="5188464" cy="3202024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B3467953-A9C5-7302-FD9C-433D16784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52" y="1928776"/>
            <a:ext cx="5188464" cy="320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48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11CA9031-D642-1930-1352-70524F633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708150"/>
            <a:ext cx="5576829" cy="3441700"/>
          </a:xfrm>
          <a:prstGeom prst="rect">
            <a:avLst/>
          </a:prstGeom>
        </p:spPr>
      </p:pic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8D8B9DF8-FE53-1985-8D1A-0F4DE4507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534" y="1708150"/>
            <a:ext cx="5576829" cy="3441700"/>
          </a:xfrm>
          <a:prstGeom prst="rect">
            <a:avLst/>
          </a:prstGeom>
        </p:spPr>
      </p:pic>
      <p:pic>
        <p:nvPicPr>
          <p:cNvPr id="7" name="Picture 6" descr="A blue line with white text&#10;&#10;AI-generated content may be incorrect.">
            <a:extLst>
              <a:ext uri="{FF2B5EF4-FFF2-40B4-BE49-F238E27FC236}">
                <a16:creationId xmlns:a16="http://schemas.microsoft.com/office/drawing/2014/main" id="{646C19E0-C44C-E9EF-8C97-499EC1074E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526"/>
          <a:stretch/>
        </p:blipFill>
        <p:spPr>
          <a:xfrm>
            <a:off x="10798968" y="1708150"/>
            <a:ext cx="5324416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503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1</Words>
  <Application>Microsoft Macintosh PowerPoint</Application>
  <PresentationFormat>Custom</PresentationFormat>
  <Paragraphs>1</Paragraphs>
  <Slides>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Chaker</dc:creator>
  <cp:lastModifiedBy>Sara Chaker</cp:lastModifiedBy>
  <cp:revision>8</cp:revision>
  <dcterms:created xsi:type="dcterms:W3CDTF">2025-03-13T03:06:58Z</dcterms:created>
  <dcterms:modified xsi:type="dcterms:W3CDTF">2025-03-14T19:32:21Z</dcterms:modified>
</cp:coreProperties>
</file>