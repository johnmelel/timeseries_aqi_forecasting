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E932-002C-B3F3-09DC-A8129237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0ACBF-ABC5-9AFA-332B-B56BFC962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A2F2A-AE26-A3A4-4D44-590BA32E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00E68-C1A3-F710-48ED-0E15CA07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4E61E-8CD1-53BD-D7ED-9F1501B5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8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16FD-D5E5-7A15-5945-0FCEB2C5F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86238-9D09-3586-F68C-548BBD842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2D628-5294-FF83-D556-0225F491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7C112-105F-D670-118F-629A54A5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19AB7-806D-17AC-3471-FA395417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05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50325-BDFE-4566-7179-BABBF94C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6A8D7-D1E7-E940-92FC-3EB7CEDC7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B0E5B-CD73-7667-1DBA-6C351A22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19F75-C7DC-8B5A-0C15-F08E6477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2CD9D-1447-6D89-0893-CBEFDB2C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0666-C2F7-6477-61F9-ABAA16E51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B3085-B02C-392D-CA7E-02ADFC90C5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B4484-E3A6-5D52-DE1A-8525248EB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75292-A9F5-BF80-6173-084F3CEBF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33CB2-5944-1DE9-B30C-FDD07EDC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24D1A-8F4B-BA07-4302-E8ED71D6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6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703C-2A45-DA6B-2733-0B1C9BCD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596C4-5B18-27C3-32A5-75F403E3E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DB820-D3F1-E802-342A-498351578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07AF40-9585-3BB0-59EC-9F2CFFB38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02A6E-3769-7062-FA5A-9D7FF865D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C3AA0-6D8A-DD9B-9335-26853084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D0F81-2A78-42A4-D576-4FB059BD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68A25-5C35-5E56-1D1D-8B5ABD61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7795-EED7-3958-F83A-971F90B8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6D079-00F0-E837-E55F-A4D5C97A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7F6D8-9B1E-6763-4D79-061765D5B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D7A97-D787-374D-CD97-1876DAFE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94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0A087-2296-C411-6378-65762660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5A160-601C-A56F-9914-58F59F00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D6FF4-972B-4496-5BE1-9435FED8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95EE-22C5-D903-ABDD-1AE12C98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20533-2107-3BBF-119F-2855CF0FF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DC756-4A07-C4B5-7214-EA30AFDA9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F015D-BC83-AF80-784E-ED0008AB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1755B-1EE1-DD9A-CEDA-1343BFED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E071F-F6D0-B0F2-1CBE-D034A245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4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5E8F-016E-1E47-568C-3605B4D0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FCDF1-93EF-97DC-893B-8BCEEDF89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6D962-0168-117C-1F25-45F678D94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EC117-FE41-069E-6989-88906FB3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5E342-F461-655A-FB2E-0CA526DD6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B03A2-0D1A-5080-6BAD-6E267A79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5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6508-55CE-9627-6E7B-35C71DE1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653F5-150B-BE3E-98BB-E53865CE8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C0D05-249D-58A9-A40D-57A6C90F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F2C4F-4DEA-714E-0931-B5070F5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FACA0-2968-0413-4E01-51DAE3D8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03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1CC6A0-7456-3B65-CA37-8CE3B11EA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E9C0B-A87F-023D-4298-2AB05BF33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D0842-63D7-738D-8691-FC5B6469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57225-4F2D-46BE-C206-59A83FA0E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A102F-A7D4-AF72-95A6-2516039A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CB853-1636-1B3D-700B-AF244745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049EA-F85F-C62E-5620-16F2C461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1909D-85C6-51C1-F901-0A5062D7E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DB708-3F78-914C-AAA5-91CCF26A9EAE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4DE48-A7EF-BE61-92C1-22105BA66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AC053-2547-8463-AE70-1149A0D3B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6831D-F550-A849-939D-65FB12D9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0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line graph&#10;&#10;AI-generated content may be incorrect.">
            <a:extLst>
              <a:ext uri="{FF2B5EF4-FFF2-40B4-BE49-F238E27FC236}">
                <a16:creationId xmlns:a16="http://schemas.microsoft.com/office/drawing/2014/main" id="{E913B731-3663-1ADF-9D59-BD0DE7D74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901700"/>
            <a:ext cx="7759700" cy="50546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D3AE661-B7BA-5ADC-9858-016A056C1640}"/>
              </a:ext>
            </a:extLst>
          </p:cNvPr>
          <p:cNvSpPr txBox="1"/>
          <p:nvPr/>
        </p:nvSpPr>
        <p:spPr>
          <a:xfrm>
            <a:off x="3117775" y="1167789"/>
            <a:ext cx="64338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ACF Plot of BSTS Box-Cox Differenced Model Residuals</a:t>
            </a:r>
          </a:p>
        </p:txBody>
      </p:sp>
    </p:spTree>
    <p:extLst>
      <p:ext uri="{BB962C8B-B14F-4D97-AF65-F5344CB8AC3E}">
        <p14:creationId xmlns:p14="http://schemas.microsoft.com/office/powerpoint/2010/main" val="122329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B00F022-1B21-E274-712E-7E37B34F4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1371600"/>
            <a:ext cx="6667500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92BD56-4C4C-B197-C8BE-80011C997F2D}"/>
              </a:ext>
            </a:extLst>
          </p:cNvPr>
          <p:cNvSpPr txBox="1"/>
          <p:nvPr/>
        </p:nvSpPr>
        <p:spPr>
          <a:xfrm>
            <a:off x="2879075" y="1371600"/>
            <a:ext cx="64338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STL Decomposition</a:t>
            </a:r>
          </a:p>
        </p:txBody>
      </p:sp>
    </p:spTree>
    <p:extLst>
      <p:ext uri="{BB962C8B-B14F-4D97-AF65-F5344CB8AC3E}">
        <p14:creationId xmlns:p14="http://schemas.microsoft.com/office/powerpoint/2010/main" val="314858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7B751CD-9DD6-84D7-9240-F872D5163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901700"/>
            <a:ext cx="7759700" cy="5054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3201D6-39D0-21CB-E329-A737D92A648A}"/>
              </a:ext>
            </a:extLst>
          </p:cNvPr>
          <p:cNvSpPr txBox="1"/>
          <p:nvPr/>
        </p:nvSpPr>
        <p:spPr>
          <a:xfrm>
            <a:off x="3216925" y="1112704"/>
            <a:ext cx="62465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ACF Plot of BSTS Box-Cox Differenced AR(2) Model Residuals</a:t>
            </a:r>
          </a:p>
        </p:txBody>
      </p:sp>
    </p:spTree>
    <p:extLst>
      <p:ext uri="{BB962C8B-B14F-4D97-AF65-F5344CB8AC3E}">
        <p14:creationId xmlns:p14="http://schemas.microsoft.com/office/powerpoint/2010/main" val="3437986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C080C-F314-58A6-26FB-E332920C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572C2545-0EC4-008B-5176-21E078EEB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901700"/>
            <a:ext cx="7759700" cy="505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151D26-71D2-1162-EF9F-AE452EA61329}"/>
              </a:ext>
            </a:extLst>
          </p:cNvPr>
          <p:cNvSpPr txBox="1"/>
          <p:nvPr/>
        </p:nvSpPr>
        <p:spPr>
          <a:xfrm>
            <a:off x="3194891" y="1134739"/>
            <a:ext cx="624656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ACF Plot of BSTS First-Order Differenced Model Residuals</a:t>
            </a:r>
          </a:p>
        </p:txBody>
      </p:sp>
    </p:spTree>
    <p:extLst>
      <p:ext uri="{BB962C8B-B14F-4D97-AF65-F5344CB8AC3E}">
        <p14:creationId xmlns:p14="http://schemas.microsoft.com/office/powerpoint/2010/main" val="136500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C76C-3FAD-7242-2BD8-BD708D93B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B5216AB-36BB-6AF3-107A-02D200877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901700"/>
            <a:ext cx="7759700" cy="505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8E3C19-9549-E8A0-2253-75AFC9F3EED3}"/>
              </a:ext>
            </a:extLst>
          </p:cNvPr>
          <p:cNvSpPr txBox="1"/>
          <p:nvPr/>
        </p:nvSpPr>
        <p:spPr>
          <a:xfrm>
            <a:off x="3238961" y="1145756"/>
            <a:ext cx="622452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ACF Plot of BSTS First-Order Differenced AR(5) Model Residuals</a:t>
            </a:r>
          </a:p>
        </p:txBody>
      </p:sp>
    </p:spTree>
    <p:extLst>
      <p:ext uri="{BB962C8B-B14F-4D97-AF65-F5344CB8AC3E}">
        <p14:creationId xmlns:p14="http://schemas.microsoft.com/office/powerpoint/2010/main" val="155586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B94C-8AD3-8AFD-05A2-ECCC6A06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9E70986-5306-1856-B17D-0939108CF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901700"/>
            <a:ext cx="7759700" cy="505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D766B7-0497-1FF8-40FE-7C1BB251EC4B}"/>
              </a:ext>
            </a:extLst>
          </p:cNvPr>
          <p:cNvSpPr txBox="1"/>
          <p:nvPr/>
        </p:nvSpPr>
        <p:spPr>
          <a:xfrm>
            <a:off x="3283029" y="1167789"/>
            <a:ext cx="61694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ACF Plot of BSTS Seasonal Differenced Model Residuals</a:t>
            </a:r>
          </a:p>
        </p:txBody>
      </p:sp>
    </p:spTree>
    <p:extLst>
      <p:ext uri="{BB962C8B-B14F-4D97-AF65-F5344CB8AC3E}">
        <p14:creationId xmlns:p14="http://schemas.microsoft.com/office/powerpoint/2010/main" val="134071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2279-DEF9-A892-B97E-491A8D15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B3EE6B9-81B2-8381-F61B-D4EBBBFE2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0" y="901700"/>
            <a:ext cx="7759700" cy="505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DC0447-925D-468E-6D26-5D29251F1EF9}"/>
              </a:ext>
            </a:extLst>
          </p:cNvPr>
          <p:cNvSpPr txBox="1"/>
          <p:nvPr/>
        </p:nvSpPr>
        <p:spPr>
          <a:xfrm>
            <a:off x="3272012" y="1112705"/>
            <a:ext cx="61694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ACF Plot of BSTS Seasonal Differenced AR(5) Model Residuals</a:t>
            </a:r>
          </a:p>
        </p:txBody>
      </p:sp>
    </p:spTree>
    <p:extLst>
      <p:ext uri="{BB962C8B-B14F-4D97-AF65-F5344CB8AC3E}">
        <p14:creationId xmlns:p14="http://schemas.microsoft.com/office/powerpoint/2010/main" val="297148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blue line and green line&#10;&#10;AI-generated content may be incorrect.">
            <a:extLst>
              <a:ext uri="{FF2B5EF4-FFF2-40B4-BE49-F238E27FC236}">
                <a16:creationId xmlns:a16="http://schemas.microsoft.com/office/drawing/2014/main" id="{6A0DC1D8-11C7-A788-505C-81CB8D6A8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29923"/>
            <a:ext cx="7772400" cy="4398154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53A12884-3375-326A-8D8E-F3C0F68361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6C40D-3ABB-FEE8-6369-D0FAD479CDF9}"/>
              </a:ext>
            </a:extLst>
          </p:cNvPr>
          <p:cNvSpPr txBox="1"/>
          <p:nvPr/>
        </p:nvSpPr>
        <p:spPr>
          <a:xfrm>
            <a:off x="3395950" y="1600112"/>
            <a:ext cx="57049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BSTS Seasonal Differenced AR(5) Model Forecast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9AF5D-D6E2-8E64-BC21-D2B588ADDF8B}"/>
              </a:ext>
            </a:extLst>
          </p:cNvPr>
          <p:cNvSpPr txBox="1"/>
          <p:nvPr/>
        </p:nvSpPr>
        <p:spPr>
          <a:xfrm rot="16200000">
            <a:off x="1471957" y="3122711"/>
            <a:ext cx="17834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Original Series</a:t>
            </a:r>
          </a:p>
        </p:txBody>
      </p:sp>
    </p:spTree>
    <p:extLst>
      <p:ext uri="{BB962C8B-B14F-4D97-AF65-F5344CB8AC3E}">
        <p14:creationId xmlns:p14="http://schemas.microsoft.com/office/powerpoint/2010/main" val="250017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73</Words>
  <Application>Microsoft Macintosh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Chaker</dc:creator>
  <cp:lastModifiedBy>Sara Chaker</cp:lastModifiedBy>
  <cp:revision>4</cp:revision>
  <dcterms:created xsi:type="dcterms:W3CDTF">2025-03-13T02:13:59Z</dcterms:created>
  <dcterms:modified xsi:type="dcterms:W3CDTF">2025-03-14T16:59:16Z</dcterms:modified>
</cp:coreProperties>
</file>